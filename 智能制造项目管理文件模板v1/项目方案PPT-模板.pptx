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91" r:id="rId3"/>
    <p:sldId id="692" r:id="rId4"/>
    <p:sldId id="697" r:id="rId5"/>
    <p:sldId id="698" r:id="rId6"/>
    <p:sldId id="699" r:id="rId7"/>
    <p:sldId id="700" r:id="rId8"/>
    <p:sldId id="694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4" userDrawn="1">
          <p15:clr>
            <a:srgbClr val="A4A3A4"/>
          </p15:clr>
        </p15:guide>
        <p15:guide id="2" pos="39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9DF7"/>
    <a:srgbClr val="F1F6FC"/>
    <a:srgbClr val="D1E1D1"/>
    <a:srgbClr val="3C28D4"/>
    <a:srgbClr val="322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-456" y="-108"/>
      </p:cViewPr>
      <p:guideLst>
        <p:guide orient="horz" pos="2404"/>
        <p:guide pos="39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9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3.png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fAx2dBc5U"/>
          <p:cNvPicPr>
            <a:picLocks noChangeAspect="1"/>
          </p:cNvPicPr>
          <p:nvPr userDrawn="1"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7858125" y="2884805"/>
            <a:ext cx="4483735" cy="33616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217930" y="1716405"/>
            <a:ext cx="9799320" cy="15779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217930" y="3429000"/>
            <a:ext cx="9799320" cy="77533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4" name="图片 3" descr="微信图片_2024032115153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5330" y="387350"/>
            <a:ext cx="5021580" cy="6375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1" hasCustomPrompt="1"/>
          </p:nvPr>
        </p:nvSpPr>
        <p:spPr>
          <a:xfrm>
            <a:off x="5563235" y="5841365"/>
            <a:ext cx="2562225" cy="31623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smtClean="0"/>
              <a:t>姓名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2" hasCustomPrompt="1"/>
          </p:nvPr>
        </p:nvSpPr>
        <p:spPr>
          <a:xfrm>
            <a:off x="8237220" y="5841365"/>
            <a:ext cx="1705610" cy="31559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/>
              <a:t>日期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流程图: 延期 11"/>
          <p:cNvSpPr/>
          <p:nvPr userDrawn="1"/>
        </p:nvSpPr>
        <p:spPr>
          <a:xfrm>
            <a:off x="544830" y="494030"/>
            <a:ext cx="1793875" cy="6363970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流程图: 延期 10"/>
          <p:cNvSpPr/>
          <p:nvPr userDrawn="1"/>
        </p:nvSpPr>
        <p:spPr>
          <a:xfrm>
            <a:off x="0" y="0"/>
            <a:ext cx="2273935" cy="6858635"/>
          </a:xfrm>
          <a:prstGeom prst="flowChartDelay">
            <a:avLst/>
          </a:prstGeom>
          <a:solidFill>
            <a:srgbClr val="7A9D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80060" y="3136900"/>
            <a:ext cx="1464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1"/>
                </a:solidFill>
                <a:effectLst>
                  <a:reflection blurRad="6350" stA="60000" endA="900" endPos="60000" dist="6000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</a:t>
            </a:r>
            <a:r>
              <a:rPr lang="en-US" altLang="zh-CN" sz="3200">
                <a:solidFill>
                  <a:schemeClr val="bg1"/>
                </a:solidFill>
                <a:effectLst>
                  <a:reflection blurRad="6350" stA="60000" endA="900" endPos="60000" dist="6000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3200">
                <a:solidFill>
                  <a:schemeClr val="bg1"/>
                </a:solidFill>
                <a:effectLst>
                  <a:reflection blurRad="6350" stA="60000" endA="900" endPos="60000" dist="6000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</a:t>
            </a:r>
            <a:endParaRPr lang="zh-CN" altLang="en-US" sz="3200">
              <a:solidFill>
                <a:schemeClr val="bg1"/>
              </a:solidFill>
              <a:effectLst>
                <a:reflection blurRad="6350" stA="60000" endA="900" endPos="60000" dist="60007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3440430" y="6667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/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3" hasCustomPrompt="1"/>
          </p:nvPr>
        </p:nvSpPr>
        <p:spPr>
          <a:xfrm>
            <a:off x="3440430" y="10858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4" hasCustomPrompt="1"/>
          </p:nvPr>
        </p:nvSpPr>
        <p:spPr>
          <a:xfrm>
            <a:off x="3440430" y="19240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5" hasCustomPrompt="1"/>
          </p:nvPr>
        </p:nvSpPr>
        <p:spPr>
          <a:xfrm>
            <a:off x="3440430" y="23431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" hasCustomPrompt="1"/>
          </p:nvPr>
        </p:nvSpPr>
        <p:spPr>
          <a:xfrm>
            <a:off x="3440430" y="27622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7" hasCustomPrompt="1"/>
          </p:nvPr>
        </p:nvSpPr>
        <p:spPr>
          <a:xfrm>
            <a:off x="3440430" y="31813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8" hasCustomPrompt="1"/>
          </p:nvPr>
        </p:nvSpPr>
        <p:spPr>
          <a:xfrm>
            <a:off x="3440430" y="36004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9" hasCustomPrompt="1"/>
          </p:nvPr>
        </p:nvSpPr>
        <p:spPr>
          <a:xfrm>
            <a:off x="3440430" y="40195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20" hasCustomPrompt="1"/>
          </p:nvPr>
        </p:nvSpPr>
        <p:spPr>
          <a:xfrm>
            <a:off x="3440430" y="44386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1" hasCustomPrompt="1"/>
          </p:nvPr>
        </p:nvSpPr>
        <p:spPr>
          <a:xfrm>
            <a:off x="3440430" y="48577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22" hasCustomPrompt="1"/>
          </p:nvPr>
        </p:nvSpPr>
        <p:spPr>
          <a:xfrm>
            <a:off x="3440430" y="52768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23" hasCustomPrompt="1"/>
          </p:nvPr>
        </p:nvSpPr>
        <p:spPr>
          <a:xfrm>
            <a:off x="3440430" y="56959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24" hasCustomPrompt="1"/>
          </p:nvPr>
        </p:nvSpPr>
        <p:spPr>
          <a:xfrm>
            <a:off x="3440430" y="1504950"/>
            <a:ext cx="5760085" cy="35560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CN" altLang="en-US" smtClean="0">
                <a:sym typeface="+mn-ea"/>
              </a:rPr>
              <a:t>输入大写序号，点击插入超链接，选择文档页面</a:t>
            </a:r>
            <a:endParaRPr lang="zh-CN" altLang="en-US" smtClean="0"/>
          </a:p>
        </p:txBody>
      </p:sp>
      <p:sp>
        <p:nvSpPr>
          <p:cNvPr id="31" name="等腰三角形 30"/>
          <p:cNvSpPr/>
          <p:nvPr userDrawn="1"/>
        </p:nvSpPr>
        <p:spPr>
          <a:xfrm rot="16200000">
            <a:off x="11281410" y="3509010"/>
            <a:ext cx="838200" cy="972185"/>
          </a:xfrm>
          <a:prstGeom prst="triangle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 userDrawn="1"/>
        </p:nvSpPr>
        <p:spPr>
          <a:xfrm rot="16200000">
            <a:off x="10949305" y="4135120"/>
            <a:ext cx="951230" cy="1557655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等腰三角形 32"/>
          <p:cNvSpPr/>
          <p:nvPr userDrawn="1"/>
        </p:nvSpPr>
        <p:spPr>
          <a:xfrm rot="16200000">
            <a:off x="11427460" y="5626735"/>
            <a:ext cx="838200" cy="696595"/>
          </a:xfrm>
          <a:prstGeom prst="triangle">
            <a:avLst/>
          </a:prstGeom>
          <a:noFill/>
          <a:ln w="3175"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等腰三角形 33"/>
          <p:cNvSpPr/>
          <p:nvPr userDrawn="1"/>
        </p:nvSpPr>
        <p:spPr>
          <a:xfrm rot="16200000">
            <a:off x="11289665" y="5041265"/>
            <a:ext cx="838200" cy="972185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等腰三角形 34"/>
          <p:cNvSpPr/>
          <p:nvPr userDrawn="1"/>
        </p:nvSpPr>
        <p:spPr>
          <a:xfrm rot="16200000">
            <a:off x="11181080" y="3812540"/>
            <a:ext cx="838200" cy="1172845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34720" y="179705"/>
            <a:ext cx="8279765" cy="5632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6" name="图片 5" descr="微信图片_202403211515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1050" y="196215"/>
            <a:ext cx="2266950" cy="28765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306070" y="816610"/>
            <a:ext cx="11620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9427845" y="711835"/>
            <a:ext cx="2540000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562465" y="594360"/>
            <a:ext cx="2473325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流程图: 决策 9"/>
          <p:cNvSpPr/>
          <p:nvPr userDrawn="1"/>
        </p:nvSpPr>
        <p:spPr>
          <a:xfrm>
            <a:off x="475615" y="393065"/>
            <a:ext cx="337185" cy="201295"/>
          </a:xfrm>
          <a:prstGeom prst="flowChartDecision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566545" y="1022350"/>
            <a:ext cx="0" cy="5608955"/>
          </a:xfrm>
          <a:prstGeom prst="line">
            <a:avLst/>
          </a:prstGeom>
          <a:ln w="3175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 userDrawn="1"/>
        </p:nvSpPr>
        <p:spPr>
          <a:xfrm>
            <a:off x="467360" y="991870"/>
            <a:ext cx="678180" cy="210185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大纲</a:t>
            </a:r>
            <a:endParaRPr lang="zh-CN" altLang="en-US" sz="1200"/>
          </a:p>
        </p:txBody>
      </p:sp>
      <p:sp>
        <p:nvSpPr>
          <p:cNvPr id="14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170180" y="137731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3" hasCustomPrompt="1"/>
          </p:nvPr>
        </p:nvSpPr>
        <p:spPr>
          <a:xfrm>
            <a:off x="170180" y="1694180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4" hasCustomPrompt="1"/>
          </p:nvPr>
        </p:nvSpPr>
        <p:spPr>
          <a:xfrm>
            <a:off x="170180" y="232854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5" hasCustomPrompt="1"/>
          </p:nvPr>
        </p:nvSpPr>
        <p:spPr>
          <a:xfrm>
            <a:off x="170180" y="264477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" hasCustomPrompt="1"/>
          </p:nvPr>
        </p:nvSpPr>
        <p:spPr>
          <a:xfrm>
            <a:off x="170180" y="296227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7" hasCustomPrompt="1"/>
          </p:nvPr>
        </p:nvSpPr>
        <p:spPr>
          <a:xfrm>
            <a:off x="170180" y="327850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8" hasCustomPrompt="1"/>
          </p:nvPr>
        </p:nvSpPr>
        <p:spPr>
          <a:xfrm>
            <a:off x="170180" y="359600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0" hasCustomPrompt="1"/>
          </p:nvPr>
        </p:nvSpPr>
        <p:spPr>
          <a:xfrm>
            <a:off x="170180" y="391350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21" hasCustomPrompt="1"/>
          </p:nvPr>
        </p:nvSpPr>
        <p:spPr>
          <a:xfrm>
            <a:off x="170180" y="4230370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22" hasCustomPrompt="1"/>
          </p:nvPr>
        </p:nvSpPr>
        <p:spPr>
          <a:xfrm>
            <a:off x="170180" y="454596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23" hasCustomPrompt="1"/>
          </p:nvPr>
        </p:nvSpPr>
        <p:spPr>
          <a:xfrm>
            <a:off x="170180" y="4862830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24" hasCustomPrompt="1"/>
          </p:nvPr>
        </p:nvSpPr>
        <p:spPr>
          <a:xfrm>
            <a:off x="170180" y="518096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25" hasCustomPrompt="1"/>
          </p:nvPr>
        </p:nvSpPr>
        <p:spPr>
          <a:xfrm>
            <a:off x="170180" y="5495290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26" hasCustomPrompt="1"/>
          </p:nvPr>
        </p:nvSpPr>
        <p:spPr>
          <a:xfrm>
            <a:off x="170180" y="581215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27" hasCustomPrompt="1"/>
          </p:nvPr>
        </p:nvSpPr>
        <p:spPr>
          <a:xfrm>
            <a:off x="170180" y="2011045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28" hasCustomPrompt="1"/>
          </p:nvPr>
        </p:nvSpPr>
        <p:spPr>
          <a:xfrm>
            <a:off x="170180" y="6127750"/>
            <a:ext cx="1271905" cy="316865"/>
          </a:xfrm>
        </p:spPr>
        <p:txBody>
          <a:bodyPr>
            <a:noAutofit/>
          </a:bodyPr>
          <a:lstStyle>
            <a:lvl1pPr marL="0" indent="0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mtClean="0"/>
              <a:t>点击插入超链接，选择页面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Text Placeholder 2"/>
          <p:cNvSpPr/>
          <p:nvPr userDrawn="1">
            <p:custDataLst>
              <p:tags r:id="rId2"/>
            </p:custDataLst>
          </p:nvPr>
        </p:nvSpPr>
        <p:spPr>
          <a:xfrm>
            <a:off x="2507615" y="5136515"/>
            <a:ext cx="6940550" cy="568960"/>
          </a:xfrm>
          <a:prstGeom prst="rect">
            <a:avLst/>
          </a:prstGeom>
          <a:noFill/>
          <a:ln w="9525">
            <a:noFill/>
          </a:ln>
        </p:spPr>
        <p:txBody>
          <a:bodyPr lIns="0" tIns="63500" rIns="0" bIns="0" anchor="t"/>
          <a:p>
            <a:pPr indent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重庆凯尔夫智能测控技术</a:t>
            </a:r>
            <a:r>
              <a:rPr sz="24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有限</a:t>
            </a:r>
            <a:r>
              <a:rPr lang="zh-CN" sz="24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责任</a:t>
            </a:r>
            <a:r>
              <a:rPr sz="24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公司</a:t>
            </a:r>
            <a:endParaRPr sz="24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CHONGQING KELF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INTELLIGENT MEASUREMENT AND CONTROL TECHNOLOGY CO.,LTD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       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Text Placeholder 2"/>
          <p:cNvSpPr/>
          <p:nvPr userDrawn="1">
            <p:custDataLst>
              <p:tags r:id="rId3"/>
            </p:custDataLst>
          </p:nvPr>
        </p:nvSpPr>
        <p:spPr>
          <a:xfrm>
            <a:off x="4221480" y="760730"/>
            <a:ext cx="3513455" cy="1048385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812800"/>
          </a:effectLst>
        </p:spPr>
        <p:txBody>
          <a:bodyPr lIns="0" tIns="63500" rIns="0" bIns="0" anchor="t"/>
          <a:p>
            <a:pPr marL="342900" lvl="0" indent="-342900" algn="ctr">
              <a:spcBef>
                <a:spcPct val="20000"/>
              </a:spcBef>
            </a:pPr>
            <a:r>
              <a:rPr lang="zh-CN" altLang="en-US" sz="6600" b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+mj-lt"/>
                <a:sym typeface="+mn-ea"/>
              </a:rPr>
              <a:t>谢谢观看</a:t>
            </a:r>
            <a:r>
              <a:rPr lang="en-US" altLang="zh-CN" sz="6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mpact" panose="020B0806030902050204" charset="0"/>
                <a:ea typeface="微软雅黑" panose="020B0503020204020204" pitchFamily="34" charset="-122"/>
                <a:cs typeface="Impact" panose="020B0806030902050204" charset="0"/>
                <a:sym typeface="微软雅黑" panose="020B0503020204020204" pitchFamily="34" charset="-122"/>
              </a:rPr>
              <a:t>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          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0" indent="-342900" algn="ctr">
              <a:spcBef>
                <a:spcPct val="200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0" indent="-342900" algn="ctr">
              <a:spcBef>
                <a:spcPct val="200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" name="图片 6" descr="122-removebg-previe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95495" y="2324100"/>
            <a:ext cx="2766060" cy="1846580"/>
          </a:xfrm>
          <a:prstGeom prst="rect">
            <a:avLst/>
          </a:prstGeom>
        </p:spPr>
      </p:pic>
      <p:grpSp>
        <p:nvGrpSpPr>
          <p:cNvPr id="28" name="组合 27"/>
          <p:cNvGrpSpPr/>
          <p:nvPr userDrawn="1"/>
        </p:nvGrpSpPr>
        <p:grpSpPr>
          <a:xfrm>
            <a:off x="4446905" y="5998210"/>
            <a:ext cx="3058160" cy="616585"/>
            <a:chOff x="7003" y="9446"/>
            <a:chExt cx="4816" cy="971"/>
          </a:xfrm>
        </p:grpSpPr>
        <p:sp>
          <p:nvSpPr>
            <p:cNvPr id="29" name="文本框 99"/>
            <p:cNvSpPr txBox="1"/>
            <p:nvPr>
              <p:custDataLst>
                <p:tags r:id="rId5"/>
              </p:custDataLst>
            </p:nvPr>
          </p:nvSpPr>
          <p:spPr>
            <a:xfrm>
              <a:off x="7003" y="9482"/>
              <a:ext cx="1256" cy="9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p>
              <a:pPr lvl="0" indent="0" algn="ctr" fontAlgn="auto"/>
              <a:r>
                <a:rPr 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严谨</a:t>
              </a:r>
              <a:endParaRPr 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indent="0" algn="ctr" fontAlgn="auto"/>
              <a:r>
                <a:rPr lang="en-US" altLang="zh-CN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RIGOROUS</a:t>
              </a:r>
              <a:endParaRPr lang="en-US" altLang="zh-CN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6"/>
              </p:custDataLst>
            </p:nvPr>
          </p:nvCxnSpPr>
          <p:spPr>
            <a:xfrm>
              <a:off x="8202" y="9446"/>
              <a:ext cx="0" cy="737"/>
            </a:xfrm>
            <a:prstGeom prst="lin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7"/>
              </p:custDataLst>
            </p:nvPr>
          </p:nvCxnSpPr>
          <p:spPr>
            <a:xfrm>
              <a:off x="10646" y="9446"/>
              <a:ext cx="0" cy="737"/>
            </a:xfrm>
            <a:prstGeom prst="lin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文本框 99"/>
            <p:cNvSpPr txBox="1"/>
            <p:nvPr>
              <p:custDataLst>
                <p:tags r:id="rId8"/>
              </p:custDataLst>
            </p:nvPr>
          </p:nvSpPr>
          <p:spPr>
            <a:xfrm>
              <a:off x="8168" y="9467"/>
              <a:ext cx="1242" cy="9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p>
              <a:pPr lvl="0" indent="0" algn="ctr" fontAlgn="auto"/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高效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indent="0" algn="ctr" fontAlgn="auto"/>
              <a:r>
                <a:rPr lang="zh-CN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</a:t>
              </a:r>
              <a:r>
                <a:rPr lang="en-US" altLang="zh-CN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FFICIENT</a:t>
              </a:r>
              <a:endParaRPr lang="en-US" altLang="zh-CN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3" name="文本框 99"/>
            <p:cNvSpPr txBox="1"/>
            <p:nvPr>
              <p:custDataLst>
                <p:tags r:id="rId9"/>
              </p:custDataLst>
            </p:nvPr>
          </p:nvSpPr>
          <p:spPr>
            <a:xfrm>
              <a:off x="9369" y="9467"/>
              <a:ext cx="1331" cy="9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p>
              <a:pPr lvl="0" indent="0" algn="ctr" fontAlgn="auto"/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务实</a:t>
              </a:r>
              <a:r>
                <a:rPr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RAGMATIC</a:t>
              </a:r>
              <a:endPara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10"/>
              </p:custDataLst>
            </p:nvPr>
          </p:nvCxnSpPr>
          <p:spPr>
            <a:xfrm>
              <a:off x="9414" y="9446"/>
              <a:ext cx="0" cy="737"/>
            </a:xfrm>
            <a:prstGeom prst="lin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文本框 99"/>
            <p:cNvSpPr txBox="1"/>
            <p:nvPr>
              <p:custDataLst>
                <p:tags r:id="rId11"/>
              </p:custDataLst>
            </p:nvPr>
          </p:nvSpPr>
          <p:spPr>
            <a:xfrm>
              <a:off x="10604" y="9467"/>
              <a:ext cx="1215" cy="9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p>
              <a:pPr lvl="0" indent="0" algn="ctr" fontAlgn="auto"/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创新</a:t>
              </a:r>
              <a:r>
                <a:rPr lang="en-US" altLang="zh-CN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INNOVATE</a:t>
              </a:r>
              <a:endParaRPr lang="en-US" altLang="zh-CN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tags" Target="../tags/tag18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************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16" name="副标题 15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方案介绍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占位符 14"/>
          <p:cNvSpPr>
            <a:spLocks noGrp="1"/>
          </p:cNvSpPr>
          <p:nvPr>
            <p:ph type="body" idx="10"/>
          </p:nvPr>
        </p:nvSpPr>
        <p:spPr/>
        <p:txBody>
          <a:bodyPr/>
          <a:p>
            <a:r>
              <a:rPr lang="zh-CN" altLang="en-US"/>
              <a:t>一、需求分析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zh-CN" altLang="en-US"/>
              <a:t>二、设计目标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CN" altLang="en-US"/>
              <a:t>四、方案介绍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9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2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2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24"/>
          </p:nvPr>
        </p:nvSpPr>
        <p:spPr/>
        <p:txBody>
          <a:bodyPr/>
          <a:p>
            <a:r>
              <a:rPr lang="zh-CN" altLang="en-US"/>
              <a:t>三、总体设计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一、需求分析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2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2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2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2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2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2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2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1976120" y="993140"/>
            <a:ext cx="2351405" cy="3841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二、设计目标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2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2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2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2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2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2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2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1976120" y="993140"/>
            <a:ext cx="2351405" cy="3841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三、总体设计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2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2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2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2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2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2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2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1976120" y="993140"/>
            <a:ext cx="2351405" cy="3841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四、方案介绍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20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2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2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2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2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2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27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28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1976120" y="993140"/>
            <a:ext cx="2351405" cy="3841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9.xml><?xml version="1.0" encoding="utf-8"?>
<p:tagLst xmlns:p="http://schemas.openxmlformats.org/presentationml/2006/main">
  <p:tag name="COMMONDATA" val="eyJoZGlkIjoiM2JhZWVlN2MwM2Q3Zjg2NTA1OGRhZGUyNGZlM2I5ZmQifQ=="/>
  <p:tag name="commondata" val="eyJoZGlkIjoiZjc5MTEyZDZhODljYzE0NmE3ZmVlYTI3ODJhMDgxMDAifQ=="/>
  <p:tag name="resource_record_key" val="{&quot;13&quot;:[4364879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演示</Application>
  <PresentationFormat>自定义</PresentationFormat>
  <Paragraphs>20</Paragraphs>
  <Slides>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Impact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一、需求分析</vt:lpstr>
      <vt:lpstr>二、设计目标</vt:lpstr>
      <vt:lpstr>三、总体设计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emean</cp:lastModifiedBy>
  <cp:revision>647</cp:revision>
  <dcterms:created xsi:type="dcterms:W3CDTF">2023-12-08T08:45:00Z</dcterms:created>
  <dcterms:modified xsi:type="dcterms:W3CDTF">2026-02-12T08:41:54Z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2023-12-25T16:45:16Z</vt:filetime>
  </property>
  <property fmtid="{D5CDD505-2E9C-101B-9397-08002B2CF9AE}" pid="4" name="ICV">
    <vt:lpwstr>C8A4390DD8C74AC8ACA0AFEB0ED9558B_13</vt:lpwstr>
  </property>
  <property fmtid="{D5CDD505-2E9C-101B-9397-08002B2CF9AE}" pid="5" name="KSOProductBuildVer">
    <vt:lpwstr>2052-12.1.0.24655</vt:lpwstr>
  </property>
</Properties>
</file>